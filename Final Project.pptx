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ret" charset="1" panose="00000000000000000000"/>
      <p:regular r:id="rId17"/>
    </p:embeddedFont>
    <p:embeddedFont>
      <p:font typeface="Garet Bold" charset="1" panose="00000000000000000000"/>
      <p:regular r:id="rId18"/>
    </p:embeddedFont>
    <p:embeddedFont>
      <p:font typeface="Inter" charset="1" panose="020B050203000000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842469" y="0"/>
            <a:ext cx="5416831" cy="12022429"/>
            <a:chOff x="0" y="0"/>
            <a:chExt cx="2858770" cy="6344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113405" t="0" r="-11951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7109187"/>
            <a:ext cx="1028700" cy="3177813"/>
            <a:chOff x="0" y="0"/>
            <a:chExt cx="812800" cy="25108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8133422"/>
            <a:ext cx="11842469" cy="880634"/>
            <a:chOff x="0" y="0"/>
            <a:chExt cx="9357013" cy="6958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57013" cy="695809"/>
            </a:xfrm>
            <a:custGeom>
              <a:avLst/>
              <a:gdLst/>
              <a:ahLst/>
              <a:cxnLst/>
              <a:rect r="r" b="b" t="t" l="l"/>
              <a:pathLst>
                <a:path h="695809" w="9357013">
                  <a:moveTo>
                    <a:pt x="0" y="0"/>
                  </a:moveTo>
                  <a:lnTo>
                    <a:pt x="9357013" y="0"/>
                  </a:lnTo>
                  <a:lnTo>
                    <a:pt x="9357013" y="695809"/>
                  </a:lnTo>
                  <a:lnTo>
                    <a:pt x="0" y="695809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57013" cy="733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0"/>
            <a:ext cx="1028700" cy="10287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609914" y="0"/>
            <a:ext cx="1694792" cy="10287000"/>
            <a:chOff x="0" y="0"/>
            <a:chExt cx="446365" cy="27093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24423" y="6530600"/>
            <a:ext cx="6169861" cy="1157174"/>
            <a:chOff x="0" y="0"/>
            <a:chExt cx="1624984" cy="3047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24984" cy="304770"/>
            </a:xfrm>
            <a:custGeom>
              <a:avLst/>
              <a:gdLst/>
              <a:ahLst/>
              <a:cxnLst/>
              <a:rect r="r" b="b" t="t" l="l"/>
              <a:pathLst>
                <a:path h="304770" w="1624984">
                  <a:moveTo>
                    <a:pt x="63995" y="0"/>
                  </a:moveTo>
                  <a:lnTo>
                    <a:pt x="1560990" y="0"/>
                  </a:lnTo>
                  <a:cubicBezTo>
                    <a:pt x="1577962" y="0"/>
                    <a:pt x="1594239" y="6742"/>
                    <a:pt x="1606241" y="18744"/>
                  </a:cubicBezTo>
                  <a:cubicBezTo>
                    <a:pt x="1618242" y="30745"/>
                    <a:pt x="1624984" y="47022"/>
                    <a:pt x="1624984" y="63995"/>
                  </a:cubicBezTo>
                  <a:lnTo>
                    <a:pt x="1624984" y="240776"/>
                  </a:lnTo>
                  <a:cubicBezTo>
                    <a:pt x="1624984" y="276119"/>
                    <a:pt x="1596333" y="304770"/>
                    <a:pt x="1560990" y="304770"/>
                  </a:cubicBezTo>
                  <a:lnTo>
                    <a:pt x="63995" y="304770"/>
                  </a:lnTo>
                  <a:cubicBezTo>
                    <a:pt x="28651" y="304770"/>
                    <a:pt x="0" y="276119"/>
                    <a:pt x="0" y="240776"/>
                  </a:cubicBezTo>
                  <a:lnTo>
                    <a:pt x="0" y="63995"/>
                  </a:lnTo>
                  <a:cubicBezTo>
                    <a:pt x="0" y="28651"/>
                    <a:pt x="28651" y="0"/>
                    <a:pt x="63995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24984" cy="352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BY: Hesham Mahmoud Ahmad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53887" y="786854"/>
            <a:ext cx="1977164" cy="197716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293629" y="8159226"/>
            <a:ext cx="595314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heshammahmoud.data@gmail.com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7805" y="3112943"/>
            <a:ext cx="9752576" cy="152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60"/>
              </a:lnSpc>
            </a:pPr>
            <a:r>
              <a:rPr lang="en-US" sz="104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SUPERSTORE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624423" y="8133422"/>
            <a:ext cx="488488" cy="488488"/>
          </a:xfrm>
          <a:custGeom>
            <a:avLst/>
            <a:gdLst/>
            <a:ahLst/>
            <a:cxnLst/>
            <a:rect r="r" b="b" t="t" l="l"/>
            <a:pathLst>
              <a:path h="488488" w="488488">
                <a:moveTo>
                  <a:pt x="0" y="0"/>
                </a:moveTo>
                <a:lnTo>
                  <a:pt x="488488" y="0"/>
                </a:lnTo>
                <a:lnTo>
                  <a:pt x="488488" y="488488"/>
                </a:lnTo>
                <a:lnTo>
                  <a:pt x="0" y="488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8484493" y="9014056"/>
            <a:ext cx="2545888" cy="254588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5429066" cy="10287000"/>
            <a:chOff x="0" y="0"/>
            <a:chExt cx="7238755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7004" t="0" r="49284" b="0"/>
            <a:stretch>
              <a:fillRect/>
            </a:stretch>
          </p:blipFill>
          <p:spPr>
            <a:xfrm flipH="false" flipV="false">
              <a:off x="0" y="0"/>
              <a:ext cx="7238755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7259300" y="0"/>
            <a:ext cx="1694792" cy="10287000"/>
            <a:chOff x="0" y="0"/>
            <a:chExt cx="446365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7109187"/>
            <a:ext cx="1028700" cy="3177813"/>
            <a:chOff x="0" y="0"/>
            <a:chExt cx="812800" cy="251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028700" cy="10287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297118" y="692526"/>
            <a:ext cx="7494647" cy="115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87"/>
              </a:lnSpc>
            </a:pPr>
            <a:r>
              <a:rPr lang="en-US" sz="6776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CONTENT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118" y="2681541"/>
            <a:ext cx="969409" cy="96940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297118" y="3862487"/>
            <a:ext cx="969409" cy="96940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97118" y="5043433"/>
            <a:ext cx="969409" cy="96940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97118" y="6224379"/>
            <a:ext cx="969409" cy="96940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63500" y="-3175"/>
              <a:ext cx="685800" cy="752475"/>
            </a:xfrm>
            <a:prstGeom prst="rect">
              <a:avLst/>
            </a:prstGeom>
          </p:spPr>
          <p:txBody>
            <a:bodyPr anchor="ctr" rtlCol="false" tIns="44470" lIns="44470" bIns="44470" rIns="44470"/>
            <a:lstStyle/>
            <a:p>
              <a:pPr algn="ctr">
                <a:lnSpc>
                  <a:spcPts val="4759"/>
                </a:lnSpc>
              </a:pPr>
              <a:r>
                <a:rPr lang="en-US" b="true" sz="33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04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011231" y="1028700"/>
            <a:ext cx="1652841" cy="165284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38884" y="0"/>
                  </a:moveTo>
                  <a:lnTo>
                    <a:pt x="573916" y="0"/>
                  </a:lnTo>
                  <a:cubicBezTo>
                    <a:pt x="705848" y="0"/>
                    <a:pt x="812800" y="106952"/>
                    <a:pt x="812800" y="238884"/>
                  </a:cubicBezTo>
                  <a:lnTo>
                    <a:pt x="812800" y="573916"/>
                  </a:lnTo>
                  <a:cubicBezTo>
                    <a:pt x="812800" y="705848"/>
                    <a:pt x="705848" y="812800"/>
                    <a:pt x="573916" y="812800"/>
                  </a:cubicBezTo>
                  <a:lnTo>
                    <a:pt x="238884" y="812800"/>
                  </a:lnTo>
                  <a:cubicBezTo>
                    <a:pt x="106952" y="812800"/>
                    <a:pt x="0" y="705848"/>
                    <a:pt x="0" y="573916"/>
                  </a:cubicBezTo>
                  <a:lnTo>
                    <a:pt x="0" y="238884"/>
                  </a:lnTo>
                  <a:cubicBezTo>
                    <a:pt x="0" y="106952"/>
                    <a:pt x="106952" y="0"/>
                    <a:pt x="238884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814124" y="816351"/>
            <a:ext cx="771724" cy="77172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345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919457" y="8414693"/>
            <a:ext cx="3744615" cy="374461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485829" y="2921770"/>
            <a:ext cx="73518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Dataset Summary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85829" y="4102716"/>
            <a:ext cx="73518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Preprocessing Steps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485829" y="5283662"/>
            <a:ext cx="73518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SQL Insights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485829" y="6464608"/>
            <a:ext cx="73518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Dashboard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6626" y="1908721"/>
            <a:ext cx="131010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5334125" y="7448320"/>
            <a:ext cx="4596322" cy="459632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837718" y="212651"/>
            <a:ext cx="1479329" cy="147932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948263" y="952315"/>
            <a:ext cx="771724" cy="7717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345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54034" y="0"/>
            <a:ext cx="5833966" cy="10287000"/>
            <a:chOff x="0" y="0"/>
            <a:chExt cx="4609553" cy="812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09553" cy="8128000"/>
            </a:xfrm>
            <a:custGeom>
              <a:avLst/>
              <a:gdLst/>
              <a:ahLst/>
              <a:cxnLst/>
              <a:rect r="r" b="b" t="t" l="l"/>
              <a:pathLst>
                <a:path h="8128000" w="4609553">
                  <a:moveTo>
                    <a:pt x="0" y="0"/>
                  </a:moveTo>
                  <a:lnTo>
                    <a:pt x="4609553" y="0"/>
                  </a:lnTo>
                  <a:lnTo>
                    <a:pt x="4609553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09553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0345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512964" y="373134"/>
            <a:ext cx="10769833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</a:t>
            </a: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SET SUMMARY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259300" y="0"/>
            <a:ext cx="1694792" cy="10287000"/>
            <a:chOff x="0" y="0"/>
            <a:chExt cx="446365" cy="27093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411700" y="152400"/>
            <a:ext cx="1694792" cy="10287000"/>
            <a:chOff x="0" y="0"/>
            <a:chExt cx="446365" cy="27093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19457" y="8414693"/>
            <a:ext cx="3744615" cy="374461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51064" y="2051596"/>
            <a:ext cx="16664072" cy="740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44"/>
              </a:lnSpc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About the Dataset:</a:t>
            </a:r>
          </a:p>
          <a:p>
            <a:pPr algn="just" marL="690881" indent="-345440" lvl="1">
              <a:lnSpc>
                <a:spcPts val="5344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US Superstore Sales</a:t>
            </a: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data.</a:t>
            </a:r>
          </a:p>
          <a:p>
            <a:pPr algn="just" marL="690881" indent="-345440" lvl="1">
              <a:lnSpc>
                <a:spcPts val="5344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Size: 10,000</a:t>
            </a:r>
          </a:p>
          <a:p>
            <a:pPr algn="just" marL="690881" indent="-345440" lvl="1">
              <a:lnSpc>
                <a:spcPts val="5344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Source: Kaggle</a:t>
            </a:r>
          </a:p>
          <a:p>
            <a:pPr algn="just" marL="690881" indent="-345440" lvl="1">
              <a:lnSpc>
                <a:spcPts val="5344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Features:</a:t>
            </a:r>
          </a:p>
          <a:p>
            <a:pPr algn="just" marL="1381761" indent="-460587" lvl="2">
              <a:lnSpc>
                <a:spcPts val="5344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Order Information: Order ID, Order Date, Ship Date.</a:t>
            </a:r>
          </a:p>
          <a:p>
            <a:pPr algn="just" marL="1381761" indent="-460587" lvl="2">
              <a:lnSpc>
                <a:spcPts val="5344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Customer Info: Name, Segment, Region.</a:t>
            </a:r>
          </a:p>
          <a:p>
            <a:pPr algn="just" marL="1381761" indent="-460587" lvl="2">
              <a:lnSpc>
                <a:spcPts val="5344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Info: Category, Sub-Category, Product Name.</a:t>
            </a:r>
          </a:p>
          <a:p>
            <a:pPr algn="just" marL="1381761" indent="-460587" lvl="2">
              <a:lnSpc>
                <a:spcPts val="5344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Metrics: Sales, Quantity, Discount, Profit.</a:t>
            </a:r>
          </a:p>
          <a:p>
            <a:pPr algn="just">
              <a:lnSpc>
                <a:spcPts val="5344"/>
              </a:lnSpc>
            </a:pPr>
          </a:p>
          <a:p>
            <a:pPr algn="just" rtl="true">
              <a:lnSpc>
                <a:spcPts val="534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6626" y="1908721"/>
            <a:ext cx="1310100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5334125" y="7448320"/>
            <a:ext cx="4596322" cy="459632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837718" y="212651"/>
            <a:ext cx="1479329" cy="147932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4948263" y="952315"/>
            <a:ext cx="771724" cy="77172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345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454034" y="0"/>
            <a:ext cx="5833966" cy="10287000"/>
            <a:chOff x="0" y="0"/>
            <a:chExt cx="4609553" cy="812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09553" cy="8128000"/>
            </a:xfrm>
            <a:custGeom>
              <a:avLst/>
              <a:gdLst/>
              <a:ahLst/>
              <a:cxnLst/>
              <a:rect r="r" b="b" t="t" l="l"/>
              <a:pathLst>
                <a:path h="8128000" w="4609553">
                  <a:moveTo>
                    <a:pt x="0" y="0"/>
                  </a:moveTo>
                  <a:lnTo>
                    <a:pt x="4609553" y="0"/>
                  </a:lnTo>
                  <a:lnTo>
                    <a:pt x="4609553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609553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0345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512964" y="373134"/>
            <a:ext cx="10769833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4999" spc="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Preproces</a:t>
            </a: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SING STEPS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259300" y="0"/>
            <a:ext cx="1694792" cy="10287000"/>
            <a:chOff x="0" y="0"/>
            <a:chExt cx="446365" cy="27093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411700" y="152400"/>
            <a:ext cx="1694792" cy="10287000"/>
            <a:chOff x="0" y="0"/>
            <a:chExt cx="446365" cy="27093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919457" y="8414693"/>
            <a:ext cx="3744615" cy="374461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858786" y="4526844"/>
            <a:ext cx="9722940" cy="2456055"/>
          </a:xfrm>
          <a:custGeom>
            <a:avLst/>
            <a:gdLst/>
            <a:ahLst/>
            <a:cxnLst/>
            <a:rect r="r" b="b" t="t" l="l"/>
            <a:pathLst>
              <a:path h="2456055" w="9722940">
                <a:moveTo>
                  <a:pt x="0" y="0"/>
                </a:moveTo>
                <a:lnTo>
                  <a:pt x="9722941" y="0"/>
                </a:lnTo>
                <a:lnTo>
                  <a:pt x="9722941" y="2456056"/>
                </a:lnTo>
                <a:lnTo>
                  <a:pt x="0" y="24560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629892" y="152400"/>
            <a:ext cx="3546702" cy="9594081"/>
          </a:xfrm>
          <a:custGeom>
            <a:avLst/>
            <a:gdLst/>
            <a:ahLst/>
            <a:cxnLst/>
            <a:rect r="r" b="b" t="t" l="l"/>
            <a:pathLst>
              <a:path h="9594081" w="3546702">
                <a:moveTo>
                  <a:pt x="0" y="0"/>
                </a:moveTo>
                <a:lnTo>
                  <a:pt x="3546703" y="0"/>
                </a:lnTo>
                <a:lnTo>
                  <a:pt x="3546703" y="9594081"/>
                </a:lnTo>
                <a:lnTo>
                  <a:pt x="0" y="95940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09" t="0" r="-1409" b="-1066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51064" y="2051596"/>
            <a:ext cx="16664072" cy="266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44"/>
              </a:lnSpc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Cleaning:</a:t>
            </a:r>
          </a:p>
          <a:p>
            <a:pPr algn="just" marL="690881" indent="-345440" lvl="1">
              <a:lnSpc>
                <a:spcPts val="5344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Rem</a:t>
            </a: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oved duplicates an</a:t>
            </a: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 null values.</a:t>
            </a:r>
          </a:p>
          <a:p>
            <a:pPr algn="just" marL="690881" indent="-345440" lvl="1">
              <a:lnSpc>
                <a:spcPts val="5344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Ens</a:t>
            </a: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ured correct data types (e.g., Date fields, numeric metrics).</a:t>
            </a:r>
          </a:p>
          <a:p>
            <a:pPr algn="just" rtl="true">
              <a:lnSpc>
                <a:spcPts val="534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54034" y="0"/>
            <a:ext cx="5833966" cy="10287000"/>
            <a:chOff x="0" y="0"/>
            <a:chExt cx="4609553" cy="812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553" cy="8128000"/>
            </a:xfrm>
            <a:custGeom>
              <a:avLst/>
              <a:gdLst/>
              <a:ahLst/>
              <a:cxnLst/>
              <a:rect r="r" b="b" t="t" l="l"/>
              <a:pathLst>
                <a:path h="8128000" w="4609553">
                  <a:moveTo>
                    <a:pt x="0" y="0"/>
                  </a:moveTo>
                  <a:lnTo>
                    <a:pt x="4609553" y="0"/>
                  </a:lnTo>
                  <a:lnTo>
                    <a:pt x="4609553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9553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H="true">
            <a:off x="8300823" y="2434198"/>
            <a:ext cx="0" cy="7222650"/>
          </a:xfrm>
          <a:prstGeom prst="line">
            <a:avLst/>
          </a:prstGeom>
          <a:ln cap="flat" w="47625">
            <a:solidFill>
              <a:srgbClr val="00000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0345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432799" y="1864379"/>
            <a:ext cx="4316989" cy="669452"/>
            <a:chOff x="0" y="0"/>
            <a:chExt cx="2746403" cy="4258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46403" cy="425895"/>
            </a:xfrm>
            <a:custGeom>
              <a:avLst/>
              <a:gdLst/>
              <a:ahLst/>
              <a:cxnLst/>
              <a:rect r="r" b="b" t="t" l="l"/>
              <a:pathLst>
                <a:path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Sales by Region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32799" y="6643833"/>
            <a:ext cx="4316989" cy="669452"/>
            <a:chOff x="0" y="0"/>
            <a:chExt cx="2746403" cy="4258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46403" cy="425895"/>
            </a:xfrm>
            <a:custGeom>
              <a:avLst/>
              <a:gdLst/>
              <a:ahLst/>
              <a:cxnLst/>
              <a:rect r="r" b="b" t="t" l="l"/>
              <a:pathLst>
                <a:path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Profit by Category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78872" y="1764745"/>
            <a:ext cx="7081454" cy="669452"/>
            <a:chOff x="0" y="0"/>
            <a:chExt cx="4505114" cy="42589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05114" cy="425895"/>
            </a:xfrm>
            <a:custGeom>
              <a:avLst/>
              <a:gdLst/>
              <a:ahLst/>
              <a:cxnLst/>
              <a:rect r="r" b="b" t="t" l="l"/>
              <a:pathLst>
                <a:path h="425895" w="4505114">
                  <a:moveTo>
                    <a:pt x="4301914" y="0"/>
                  </a:moveTo>
                  <a:cubicBezTo>
                    <a:pt x="4414138" y="0"/>
                    <a:pt x="4505114" y="95340"/>
                    <a:pt x="4505114" y="212948"/>
                  </a:cubicBezTo>
                  <a:cubicBezTo>
                    <a:pt x="4505114" y="330556"/>
                    <a:pt x="4414138" y="425895"/>
                    <a:pt x="4301914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05114" cy="47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Monthly Sales Trend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63822" y="6643833"/>
            <a:ext cx="4316989" cy="669452"/>
            <a:chOff x="0" y="0"/>
            <a:chExt cx="2746403" cy="42589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46403" cy="425895"/>
            </a:xfrm>
            <a:custGeom>
              <a:avLst/>
              <a:gdLst/>
              <a:ahLst/>
              <a:cxnLst/>
              <a:rect r="r" b="b" t="t" l="l"/>
              <a:pathLst>
                <a:path h="425895" w="2746403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746403" cy="473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Threats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12964" y="373134"/>
            <a:ext cx="10769833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SQL</a:t>
            </a: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INSIGHTS 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63347" y="1864379"/>
            <a:ext cx="669452" cy="66945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09419" y="1812667"/>
            <a:ext cx="669452" cy="66945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3347" y="6643833"/>
            <a:ext cx="669452" cy="66945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894370" y="6643833"/>
            <a:ext cx="669452" cy="66945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098073" y="2781482"/>
            <a:ext cx="5609203" cy="2676772"/>
          </a:xfrm>
          <a:custGeom>
            <a:avLst/>
            <a:gdLst/>
            <a:ahLst/>
            <a:cxnLst/>
            <a:rect r="r" b="b" t="t" l="l"/>
            <a:pathLst>
              <a:path h="2676772" w="5609203">
                <a:moveTo>
                  <a:pt x="0" y="0"/>
                </a:moveTo>
                <a:lnTo>
                  <a:pt x="5609203" y="0"/>
                </a:lnTo>
                <a:lnTo>
                  <a:pt x="5609203" y="2676772"/>
                </a:lnTo>
                <a:lnTo>
                  <a:pt x="0" y="2676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02" r="0" b="-9362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032708" y="7418060"/>
            <a:ext cx="7030204" cy="2676772"/>
          </a:xfrm>
          <a:custGeom>
            <a:avLst/>
            <a:gdLst/>
            <a:ahLst/>
            <a:cxnLst/>
            <a:rect r="r" b="b" t="t" l="l"/>
            <a:pathLst>
              <a:path h="2676772" w="7030204">
                <a:moveTo>
                  <a:pt x="0" y="0"/>
                </a:moveTo>
                <a:lnTo>
                  <a:pt x="7030204" y="0"/>
                </a:lnTo>
                <a:lnTo>
                  <a:pt x="7030204" y="2676773"/>
                </a:lnTo>
                <a:lnTo>
                  <a:pt x="0" y="2676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855323" y="3063145"/>
            <a:ext cx="7733987" cy="6031770"/>
          </a:xfrm>
          <a:custGeom>
            <a:avLst/>
            <a:gdLst/>
            <a:ahLst/>
            <a:cxnLst/>
            <a:rect r="r" b="b" t="t" l="l"/>
            <a:pathLst>
              <a:path h="6031770" w="7733987">
                <a:moveTo>
                  <a:pt x="0" y="0"/>
                </a:moveTo>
                <a:lnTo>
                  <a:pt x="7733987" y="0"/>
                </a:lnTo>
                <a:lnTo>
                  <a:pt x="7733987" y="6031769"/>
                </a:lnTo>
                <a:lnTo>
                  <a:pt x="0" y="6031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54034" y="0"/>
            <a:ext cx="5833966" cy="10287000"/>
            <a:chOff x="0" y="0"/>
            <a:chExt cx="4609553" cy="812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09553" cy="8128000"/>
            </a:xfrm>
            <a:custGeom>
              <a:avLst/>
              <a:gdLst/>
              <a:ahLst/>
              <a:cxnLst/>
              <a:rect r="r" b="b" t="t" l="l"/>
              <a:pathLst>
                <a:path h="8128000" w="4609553">
                  <a:moveTo>
                    <a:pt x="0" y="0"/>
                  </a:moveTo>
                  <a:lnTo>
                    <a:pt x="4609553" y="0"/>
                  </a:lnTo>
                  <a:lnTo>
                    <a:pt x="4609553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09553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51064" y="1522485"/>
            <a:ext cx="1310100" cy="0"/>
          </a:xfrm>
          <a:prstGeom prst="line">
            <a:avLst/>
          </a:prstGeom>
          <a:ln cap="flat" w="95250">
            <a:solidFill>
              <a:srgbClr val="0345E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432799" y="1727154"/>
            <a:ext cx="7711201" cy="897283"/>
            <a:chOff x="0" y="0"/>
            <a:chExt cx="4905749" cy="57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05749" cy="570838"/>
            </a:xfrm>
            <a:custGeom>
              <a:avLst/>
              <a:gdLst/>
              <a:ahLst/>
              <a:cxnLst/>
              <a:rect r="r" b="b" t="t" l="l"/>
              <a:pathLst>
                <a:path h="570838" w="4905749">
                  <a:moveTo>
                    <a:pt x="4702549" y="0"/>
                  </a:moveTo>
                  <a:cubicBezTo>
                    <a:pt x="4814774" y="0"/>
                    <a:pt x="4905749" y="127786"/>
                    <a:pt x="4905749" y="285419"/>
                  </a:cubicBezTo>
                  <a:cubicBezTo>
                    <a:pt x="4905749" y="443051"/>
                    <a:pt x="4814774" y="570838"/>
                    <a:pt x="4702549" y="570838"/>
                  </a:cubicBezTo>
                  <a:lnTo>
                    <a:pt x="203200" y="570838"/>
                  </a:lnTo>
                  <a:cubicBezTo>
                    <a:pt x="90976" y="570838"/>
                    <a:pt x="0" y="443051"/>
                    <a:pt x="0" y="285419"/>
                  </a:cubicBezTo>
                  <a:cubicBezTo>
                    <a:pt x="0" y="12778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905749" cy="618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Top 10 Profitable Products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12964" y="373134"/>
            <a:ext cx="10769833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SQL</a:t>
            </a:r>
            <a:r>
              <a:rPr lang="en-US" b="true" sz="4999" spc="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INSIGHTS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3347" y="1864379"/>
            <a:ext cx="669452" cy="66945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709419" y="-2174505"/>
            <a:ext cx="3744615" cy="374461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51064" y="2781482"/>
            <a:ext cx="12657501" cy="6912470"/>
          </a:xfrm>
          <a:custGeom>
            <a:avLst/>
            <a:gdLst/>
            <a:ahLst/>
            <a:cxnLst/>
            <a:rect r="r" b="b" t="t" l="l"/>
            <a:pathLst>
              <a:path h="6912470" w="12657501">
                <a:moveTo>
                  <a:pt x="0" y="0"/>
                </a:moveTo>
                <a:lnTo>
                  <a:pt x="12657500" y="0"/>
                </a:lnTo>
                <a:lnTo>
                  <a:pt x="12657500" y="6912470"/>
                </a:lnTo>
                <a:lnTo>
                  <a:pt x="0" y="6912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88" r="0" b="-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5904" y="2579196"/>
            <a:ext cx="12756192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b="true" sz="120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DASHBOARD </a:t>
            </a:r>
          </a:p>
        </p:txBody>
      </p:sp>
      <p:sp>
        <p:nvSpPr>
          <p:cNvPr name="AutoShape 4" id="4"/>
          <p:cNvSpPr/>
          <p:nvPr/>
        </p:nvSpPr>
        <p:spPr>
          <a:xfrm>
            <a:off x="4025160" y="5143500"/>
            <a:ext cx="9673783" cy="0"/>
          </a:xfrm>
          <a:prstGeom prst="line">
            <a:avLst/>
          </a:prstGeom>
          <a:ln cap="flat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664971" y="-782737"/>
            <a:ext cx="3744615" cy="374461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020" y="7356528"/>
            <a:ext cx="2350854" cy="235085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FFFFFF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9646" y="-90155"/>
            <a:ext cx="18407371" cy="10377155"/>
          </a:xfrm>
          <a:custGeom>
            <a:avLst/>
            <a:gdLst/>
            <a:ahLst/>
            <a:cxnLst/>
            <a:rect r="r" b="b" t="t" l="l"/>
            <a:pathLst>
              <a:path h="10377155" w="18407371">
                <a:moveTo>
                  <a:pt x="0" y="0"/>
                </a:moveTo>
                <a:lnTo>
                  <a:pt x="18407371" y="0"/>
                </a:lnTo>
                <a:lnTo>
                  <a:pt x="18407371" y="10377155"/>
                </a:lnTo>
                <a:lnTo>
                  <a:pt x="0" y="1037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275" y="0"/>
            <a:ext cx="18267725" cy="10298430"/>
          </a:xfrm>
          <a:custGeom>
            <a:avLst/>
            <a:gdLst/>
            <a:ahLst/>
            <a:cxnLst/>
            <a:rect r="r" b="b" t="t" l="l"/>
            <a:pathLst>
              <a:path h="10298430" w="18267725">
                <a:moveTo>
                  <a:pt x="0" y="0"/>
                </a:moveTo>
                <a:lnTo>
                  <a:pt x="18267725" y="0"/>
                </a:lnTo>
                <a:lnTo>
                  <a:pt x="18267725" y="10298430"/>
                </a:lnTo>
                <a:lnTo>
                  <a:pt x="0" y="10298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365" y="0"/>
            <a:ext cx="18308365" cy="10275570"/>
          </a:xfrm>
          <a:custGeom>
            <a:avLst/>
            <a:gdLst/>
            <a:ahLst/>
            <a:cxnLst/>
            <a:rect r="r" b="b" t="t" l="l"/>
            <a:pathLst>
              <a:path h="10275570" w="18308365">
                <a:moveTo>
                  <a:pt x="0" y="0"/>
                </a:moveTo>
                <a:lnTo>
                  <a:pt x="18308365" y="0"/>
                </a:lnTo>
                <a:lnTo>
                  <a:pt x="18308365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1842469" y="0"/>
            <a:ext cx="5416831" cy="12022429"/>
            <a:chOff x="0" y="0"/>
            <a:chExt cx="2858770" cy="6344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103496" t="0" r="-1296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7109187"/>
            <a:ext cx="1028700" cy="3177813"/>
            <a:chOff x="0" y="0"/>
            <a:chExt cx="812800" cy="25108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510865"/>
            </a:xfrm>
            <a:custGeom>
              <a:avLst/>
              <a:gdLst/>
              <a:ahLst/>
              <a:cxnLst/>
              <a:rect r="r" b="b" t="t" l="l"/>
              <a:pathLst>
                <a:path h="25108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0" y="7109187"/>
            <a:ext cx="11842469" cy="3177813"/>
            <a:chOff x="0" y="0"/>
            <a:chExt cx="9357013" cy="2510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57013" cy="2510865"/>
            </a:xfrm>
            <a:custGeom>
              <a:avLst/>
              <a:gdLst/>
              <a:ahLst/>
              <a:cxnLst/>
              <a:rect r="r" b="b" t="t" l="l"/>
              <a:pathLst>
                <a:path h="2510865" w="9357013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259300" y="0"/>
            <a:ext cx="1028700" cy="10287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609914" y="0"/>
            <a:ext cx="1694792" cy="10287000"/>
            <a:chOff x="0" y="0"/>
            <a:chExt cx="446365" cy="27093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6365" cy="2709333"/>
            </a:xfrm>
            <a:custGeom>
              <a:avLst/>
              <a:gdLst/>
              <a:ahLst/>
              <a:cxnLst/>
              <a:rect r="r" b="b" t="t" l="l"/>
              <a:pathLst>
                <a:path h="2709333" w="446365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53887" y="786854"/>
            <a:ext cx="1977164" cy="197716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345E4">
                <a:alpha val="29804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53503" y="4648200"/>
            <a:ext cx="876656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spc="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FOR YOUR ATTENTION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24423" y="3135538"/>
            <a:ext cx="8795646" cy="152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60"/>
              </a:lnSpc>
            </a:pPr>
            <a:r>
              <a:rPr lang="en-US" sz="104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484493" y="9014056"/>
            <a:ext cx="2545888" cy="254588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0345E4">
                  <a:alpha val="9804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DAGuG4QFa8U</dc:identifier>
  <dcterms:modified xsi:type="dcterms:W3CDTF">2011-08-01T06:04:30Z</dcterms:modified>
  <cp:revision>1</cp:revision>
  <dc:title>Final Project  </dc:title>
</cp:coreProperties>
</file>